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CB/IR/2026/0412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37 credentials compromised across 4 offices</a:t>
            </a:r>
          </a:p>
          <a:p>
            <a:r>
              <a:t>Contained within 6 hours of first alert</a:t>
            </a:r>
          </a:p>
          <a:p>
            <a:r>
              <a:t>No confirmed data exfiltration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Enforce MFA on 100 percent of privileged accounts</a:t>
            </a:r>
          </a:p>
          <a:p>
            <a:r>
              <a:t>Extend log retention to 180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